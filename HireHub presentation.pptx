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62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Good morning everyone. Today I am presenting HireHub, an online job portal designed to connect job seekers and recruiters through a simple, responsive web interface. I will explain the problem, objectives, system design, development process, major features, testing,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HireHub in one sentence first. Then mention that the project is not only a job listing page; it models the main interactions between candidates and recruiters, including searching, applying, posting jobs and managing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practical problem rather than saying the existing system is bad. The goal is to bring the important job-search and recruitment activities into one organized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these as measurable design goals: search, connect, apply, manage, profile and future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a conceptual comparison. Do not claim that every real-world job portal has all the limitations on the left. The point is to show the design motivation for HireHub.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current implementation is a front-end prototype. HTML structures the content, CSS provides the responsive design, JavaScript controls the interactions, and LocalStorage is used for simple browser-side persistence. A production version would move authentication and data to a server/database.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for the question 'How did you make it?' Explain it as a development process, not as a line-by-line code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the system is organized around user roles and functional modules. The candidate, recruiter, company and admin areas make the portal easier to extend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your main story. It demonstrates that the application is a workflow rather than just a collection of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presentation mockups representing the screens in the project. If you have actual screenshots, replace these two visuals with your screenshots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or two examples live if possible: change the login name and show it appearing in the dashboard; search for Java; filter by location; click Apply and then show the Applications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testing focused on the main user flows and responsive behavior. If your actual testing results differ, edit this slide to match exactly what you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the current project is a functional front-end prototype. These enhancements describe how it could become a production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Closing: In conclusion, HireHub brings the major job portal workflows into one responsive interface. The prototype demonstrates the core user experience and provides a clear path toward a full-stack production system. Thank you. I am happy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4089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-457200"/>
            <a:ext cx="4114800" cy="77724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2011680" cy="2011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300" b="1">
                <a:solidFill>
                  <a:srgbClr val="FFFFFF"/>
                </a:solidFill>
                <a:latin typeface="Aptos"/>
              </a:rPr>
              <a:t>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5633" y="105156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300" b="1" dirty="0">
                <a:solidFill>
                  <a:srgbClr val="A78BFA"/>
                </a:solidFill>
                <a:latin typeface="Aptos"/>
              </a:rPr>
              <a:t>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" y="1571317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BFDBFE"/>
                </a:solidFill>
                <a:latin typeface="Aptos"/>
              </a:rPr>
              <a:t>ONLINE JOB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98548"/>
            <a:ext cx="603504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 dirty="0">
                <a:solidFill>
                  <a:srgbClr val="FFFFFF"/>
                </a:solidFill>
                <a:latin typeface="Aptos"/>
              </a:rPr>
              <a:t>Connecting talent with
opportunity through one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80" y="3099472"/>
            <a:ext cx="4846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CBD5E1"/>
                </a:solidFill>
                <a:latin typeface="Aptos"/>
              </a:rPr>
              <a:t>Developed using HTML • CSS •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34440"/>
            <a:ext cx="4983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2240" y="1234440"/>
            <a:ext cx="4983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1353312"/>
            <a:ext cx="91440" cy="914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30568" y="1353312"/>
            <a:ext cx="91440" cy="914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31736" y="1353312"/>
            <a:ext cx="91440" cy="914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960120" cy="39502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709928"/>
            <a:ext cx="685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Hire
Hub</a:t>
            </a:r>
          </a:p>
        </p:txBody>
      </p:sp>
      <p:sp>
        <p:nvSpPr>
          <p:cNvPr id="18" name="Oval 17"/>
          <p:cNvSpPr/>
          <p:nvPr/>
        </p:nvSpPr>
        <p:spPr>
          <a:xfrm>
            <a:off x="6748272" y="2468880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246888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20" name="Oval 19"/>
          <p:cNvSpPr/>
          <p:nvPr/>
        </p:nvSpPr>
        <p:spPr>
          <a:xfrm>
            <a:off x="6748272" y="297180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29718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2" name="Oval 21"/>
          <p:cNvSpPr/>
          <p:nvPr/>
        </p:nvSpPr>
        <p:spPr>
          <a:xfrm>
            <a:off x="6748272" y="347472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34747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24" name="Oval 23"/>
          <p:cNvSpPr/>
          <p:nvPr/>
        </p:nvSpPr>
        <p:spPr>
          <a:xfrm>
            <a:off x="6748272" y="397764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397764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6" name="Oval 25"/>
          <p:cNvSpPr/>
          <p:nvPr/>
        </p:nvSpPr>
        <p:spPr>
          <a:xfrm>
            <a:off x="6748272" y="448056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448056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7373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1746504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User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2286000"/>
            <a:ext cx="11125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90688" y="2404872"/>
            <a:ext cx="9296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 dirty="0">
                <a:solidFill>
                  <a:srgbClr val="2563EB"/>
                </a:solidFill>
                <a:latin typeface="Aptos"/>
              </a:rPr>
              <a:t>1,248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670048"/>
            <a:ext cx="929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Jobs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39200" y="2286000"/>
            <a:ext cx="11125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48928" y="2404872"/>
            <a:ext cx="9296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8928" y="2670048"/>
            <a:ext cx="929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Applications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97440" y="2286000"/>
            <a:ext cx="11125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07168" y="2404872"/>
            <a:ext cx="9296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7168" y="2670048"/>
            <a:ext cx="929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Shortlisted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291840"/>
            <a:ext cx="356616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45552" y="335584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Search jobs, skills or location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931920"/>
            <a:ext cx="1051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0688" y="4087368"/>
            <a:ext cx="868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Java Developer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4389120"/>
            <a:ext cx="868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TechNova Solutions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4672583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Chennai • ₹8 LPA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90688" y="502920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90688" y="50474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08720" y="3931920"/>
            <a:ext cx="1051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18447" y="4087368"/>
            <a:ext cx="868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Frontend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8447" y="4389120"/>
            <a:ext cx="868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Innovate Labs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8447" y="4672583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Bangalore • ₹10 LPA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18447" y="502920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18447" y="50474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6480" y="3931920"/>
            <a:ext cx="1051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46208" y="4087368"/>
            <a:ext cx="868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Backend Developer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46208" y="4389120"/>
            <a:ext cx="868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CloudWorks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6208" y="4672583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Hyderabad • ₹12 LPA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46208" y="502920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46208" y="50474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5985" y="3975522"/>
            <a:ext cx="1723293" cy="11695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  <a:latin typeface="Aptos"/>
              </a:rPr>
              <a:t>Presented by: </a:t>
            </a:r>
            <a:endParaRPr lang="en-US" sz="1400" dirty="0">
              <a:solidFill>
                <a:srgbClr val="CBD5E1"/>
              </a:solidFill>
              <a:latin typeface="Aptos"/>
            </a:endParaRPr>
          </a:p>
          <a:p>
            <a:pPr algn="ctr"/>
            <a:r>
              <a:rPr lang="en-US" sz="1400" b="0" dirty="0">
                <a:solidFill>
                  <a:srgbClr val="CBD5E1"/>
                </a:solidFill>
                <a:latin typeface="Aptos"/>
              </a:rPr>
              <a:t>               Karkuzhali M</a:t>
            </a:r>
          </a:p>
          <a:p>
            <a:pPr algn="ctr"/>
            <a:r>
              <a:rPr lang="en-US" sz="1400" b="0" dirty="0">
                <a:solidFill>
                  <a:srgbClr val="CBD5E1"/>
                </a:solidFill>
                <a:latin typeface="Aptos"/>
              </a:rPr>
              <a:t>   Pooja </a:t>
            </a:r>
            <a:r>
              <a:rPr lang="en-US" sz="1400" dirty="0">
                <a:solidFill>
                  <a:srgbClr val="CBD5E1"/>
                </a:solidFill>
                <a:latin typeface="Aptos"/>
              </a:rPr>
              <a:t>J</a:t>
            </a:r>
          </a:p>
          <a:p>
            <a:pPr algn="ctr"/>
            <a:r>
              <a:rPr lang="en-US" sz="1400" b="0" dirty="0">
                <a:solidFill>
                  <a:srgbClr val="CBD5E1"/>
                </a:solidFill>
                <a:latin typeface="Aptos"/>
              </a:rPr>
              <a:t>       Swathi S</a:t>
            </a:r>
          </a:p>
          <a:p>
            <a:pPr algn="ctr"/>
            <a:r>
              <a:rPr lang="en-US" sz="1400" dirty="0">
                <a:solidFill>
                  <a:srgbClr val="CBD5E1"/>
                </a:solidFill>
                <a:latin typeface="Aptos"/>
              </a:rPr>
              <a:t>         Subasri R</a:t>
            </a:r>
            <a:endParaRPr sz="1400" b="0" dirty="0">
              <a:solidFill>
                <a:srgbClr val="CB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 unified platform for job seekers and recruiters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What is HireHub?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 web-based job portal for discovering and applying for jobs.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Provides separate workflows for candidates and recruiters.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Supports job search, filtering, applications and profile management.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Includes recruiter job posting and candidate-management features.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Designed with a responsive, modern interface for desktop and mobile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508760"/>
            <a:ext cx="54406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4406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17920" y="1627631"/>
            <a:ext cx="91440" cy="914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19088" y="1627631"/>
            <a:ext cx="91440" cy="914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20256" y="1627631"/>
            <a:ext cx="91440" cy="914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856231"/>
            <a:ext cx="960120" cy="39959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84248"/>
            <a:ext cx="685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Hire
Hub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2743200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7432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17" name="Oval 16"/>
          <p:cNvSpPr/>
          <p:nvPr/>
        </p:nvSpPr>
        <p:spPr>
          <a:xfrm>
            <a:off x="6336792" y="324612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32461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19" name="Oval 18"/>
          <p:cNvSpPr/>
          <p:nvPr/>
        </p:nvSpPr>
        <p:spPr>
          <a:xfrm>
            <a:off x="6336792" y="3749039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49039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21" name="Oval 20"/>
          <p:cNvSpPr/>
          <p:nvPr/>
        </p:nvSpPr>
        <p:spPr>
          <a:xfrm>
            <a:off x="6336792" y="425196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425196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3" name="Oval 22"/>
          <p:cNvSpPr/>
          <p:nvPr/>
        </p:nvSpPr>
        <p:spPr>
          <a:xfrm>
            <a:off x="6336792" y="475488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475488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01168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Find Jobs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020824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User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560320"/>
            <a:ext cx="12649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79208" y="2679191"/>
            <a:ext cx="1082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1,248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2944368"/>
            <a:ext cx="1082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Jobs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80120" y="2560320"/>
            <a:ext cx="12649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9847" y="2679191"/>
            <a:ext cx="1082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9847" y="2944368"/>
            <a:ext cx="1082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Applications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90760" y="2560320"/>
            <a:ext cx="12649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00488" y="2679191"/>
            <a:ext cx="1082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0488" y="2944368"/>
            <a:ext cx="1082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Shortlisted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80" y="3566160"/>
            <a:ext cx="402336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34072" y="3630168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Search jobs, skills or location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4206240"/>
            <a:ext cx="1203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79208" y="4361688"/>
            <a:ext cx="1021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Java Developer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9208" y="4663440"/>
            <a:ext cx="1021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TechNova Solutions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9208" y="4946904"/>
            <a:ext cx="1021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Chennai • ₹8 LPA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79208" y="534924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79208" y="536752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4206240"/>
            <a:ext cx="1203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59367" y="4361688"/>
            <a:ext cx="1021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Frontend Developer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7" y="4663440"/>
            <a:ext cx="1021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Innovate Labs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9367" y="4946904"/>
            <a:ext cx="1021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Bangalore • ₹10 LPA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59367" y="534924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59367" y="536752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9800" y="4206240"/>
            <a:ext cx="1203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39528" y="4361688"/>
            <a:ext cx="1021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Backend Developer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9528" y="4663440"/>
            <a:ext cx="1021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CloudWorks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39528" y="4946904"/>
            <a:ext cx="1021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Hyderabad • ₹12 LPA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39528" y="534924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39528" y="536752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Challenges addressed by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64207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Scattered job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636776"/>
            <a:ext cx="6675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Candidates often search across multiple sources and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85292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07208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Limited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779776"/>
            <a:ext cx="6675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Finding jobs by location, salary, experience and skills can be time-consuming.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95928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50208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Application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922776"/>
            <a:ext cx="6675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Candidates need a clear way to see the status of submitted applications.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513892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93208"/>
            <a:ext cx="2743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Recruiter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065776"/>
            <a:ext cx="6675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Recruiters need a structured way to post vacancies and review applicants.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What HireHub is designed to 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91639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8893"/>
            <a:ext cx="2908168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Allow users to discover relevant jobs using </a:t>
            </a:r>
            <a:endParaRPr lang="en-US" sz="115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keywords and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09160" y="173736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737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39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18893"/>
            <a:ext cx="2908168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Provide a common platform for candidates</a:t>
            </a:r>
            <a:endParaRPr lang="en-US" sz="115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 and recruiters.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3920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91639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21991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Make job application simple and trackable.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370332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5760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87952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Allow recruiters to post and manage vacancies.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09160" y="3703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70332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5760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187952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Maintain candidate and company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03920" y="370332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70332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65760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84854"/>
            <a:ext cx="2747868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Create a foundation for future database,</a:t>
            </a:r>
            <a:endParaRPr lang="en-US" sz="115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64748B"/>
                </a:solidFill>
                <a:latin typeface="Aptos"/>
              </a:rPr>
              <a:t> authentication and AI features.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4. Existing Approach vs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How the project improves the overall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solidFill>
            <a:srgbClr val="FEF2F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30352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DC2626"/>
                </a:solidFill>
                <a:latin typeface="Aptos"/>
              </a:rPr>
              <a:t>Typical fragmented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Multiple sources for job discovery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Manual comparison of vacancies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Limited visibility of application status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Recruiter activities handled separately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ptos"/>
              </a:rPr>
              <a:t>HireHub proposed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31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Centralized job discovery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Keyword + location + salary + experience filters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Application status in one place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Structured recruiter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Client-side architecture used in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287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33172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2057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52704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27048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Pages, forms, navigation, cards and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2199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0287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514600"/>
            <a:ext cx="2331720" cy="8229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670048"/>
            <a:ext cx="2057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2432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624328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Responsive layout, colors, components and visual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31927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11880"/>
            <a:ext cx="10287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3611880"/>
            <a:ext cx="2331720" cy="8229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767328"/>
            <a:ext cx="2057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APPLICATION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2160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21608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Authentication flow, search, filters, applications and CRUD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1655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09159"/>
            <a:ext cx="10287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709159"/>
            <a:ext cx="233172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864607"/>
            <a:ext cx="2057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CLIENT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81888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Aptos"/>
              </a:rPr>
              <a:t>Browser </a:t>
            </a:r>
            <a:r>
              <a:rPr sz="1600" b="1" dirty="0" err="1">
                <a:solidFill>
                  <a:srgbClr val="0F172A"/>
                </a:solidFill>
                <a:latin typeface="Aptos"/>
              </a:rPr>
              <a:t>LocalStorage</a:t>
            </a:r>
            <a:endParaRPr sz="16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818888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Stores demo user/session information locally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6. Development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How I developed HireHub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640" y="2550161"/>
            <a:ext cx="18288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 dirty="0">
                <a:solidFill>
                  <a:srgbClr val="64748B"/>
                </a:solidFill>
                <a:latin typeface="Aptos"/>
              </a:rPr>
              <a:t>Defined users, modules and required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476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182880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88921"/>
            <a:ext cx="18288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1050" b="0" dirty="0">
                <a:solidFill>
                  <a:srgbClr val="64748B"/>
                </a:solidFill>
                <a:latin typeface="Aptos"/>
              </a:rPr>
              <a:t>Created the navigation, cards, forms and responsive layout.</a:t>
            </a:r>
            <a:endParaRPr sz="105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31920" y="19476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182880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063240"/>
            <a:ext cx="18288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Implemented HTML structure, CSS components and JavaScript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9476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182880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Integrate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337561"/>
            <a:ext cx="18288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1050" b="0" dirty="0">
                <a:solidFill>
                  <a:srgbClr val="64748B"/>
                </a:solidFill>
                <a:latin typeface="Aptos"/>
              </a:rPr>
              <a:t>Connected search, filtering, applications and recruiter actions.</a:t>
            </a:r>
            <a:endParaRPr lang="en-IN" sz="105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0" y="19476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182880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604770"/>
            <a:ext cx="18288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 dirty="0">
                <a:solidFill>
                  <a:srgbClr val="64748B"/>
                </a:solidFill>
                <a:latin typeface="Aptos"/>
              </a:rPr>
              <a:t>Checked forms, navigation, filters, application flow and responsiveness.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9476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195560" y="182880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5560" y="1828800"/>
            <a:ext cx="5669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542032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Refine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805" y="4279943"/>
            <a:ext cx="2428870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 dirty="0">
                <a:solidFill>
                  <a:srgbClr val="64748B"/>
                </a:solidFill>
                <a:latin typeface="Aptos"/>
              </a:rPr>
              <a:t>Improved usability, visual consistency.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800600"/>
            <a:ext cx="1024128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983480"/>
            <a:ext cx="9692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Result: a responsive prototype demonstrating the end-to-end job portal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7. Major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Core modules implemented in HireHub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18488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Login / Register
Profile • Resume
Job Search • 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618488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81912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Job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Keyword search
Location • Salary
Experience •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58200" y="1618488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581912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10312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Application history
Status tracking
Shortlisted / Interview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721607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721607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1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Recruiter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Dashboard
Post jobs
Review candidates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3721607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721607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685031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20624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Company profile
Job management
Edit / delete postings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58200" y="3721607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3721607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685031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20624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Platform overview
Users • Companies
Jobs • 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8.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Typical candidate journey through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REGISTER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27248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User enters name,
email and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786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59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59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269748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SEARCH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27248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Keyword + filters
narrow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786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97879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79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VIEW JOB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127248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Review company,
salary and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5786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82880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9600" y="2057400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69748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3127248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Submit application
with one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578608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82880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61320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69748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127248"/>
            <a:ext cx="1600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Monitor status:
Applied / Shortlisted / Interview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617720"/>
            <a:ext cx="982980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4800600"/>
            <a:ext cx="9372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Recruiter side: Post Job → Receive Applications → Shortlist / Reject → Manage Hiring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9. User Interface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Representative HireHub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59" y="1325880"/>
            <a:ext cx="7005975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444752"/>
            <a:ext cx="91440" cy="914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444752"/>
            <a:ext cx="91440" cy="914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3856" y="1444752"/>
            <a:ext cx="91440" cy="914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73352"/>
            <a:ext cx="960120" cy="39959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685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Hire
Hub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560320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5603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063239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063239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56616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" y="406908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06908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4572000"/>
            <a:ext cx="384048" cy="384048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5720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18288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837943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2377439"/>
            <a:ext cx="1234439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92808" y="2496312"/>
            <a:ext cx="1051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1,248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6148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Jobs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39" y="2377439"/>
            <a:ext cx="1234439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72968" y="2496312"/>
            <a:ext cx="1051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276148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Applications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377439"/>
            <a:ext cx="1234439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53128" y="2496312"/>
            <a:ext cx="1051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276148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Shortlisted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83080" y="3383280"/>
            <a:ext cx="393192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47672" y="3447287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Search jobs, skills or location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3080" y="4023360"/>
            <a:ext cx="138988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92808" y="4178808"/>
            <a:ext cx="99059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Java Developer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8" y="4480560"/>
            <a:ext cx="990599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TechNova Solutions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4764024"/>
            <a:ext cx="99059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Chennai • ₹8 LPA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2808" y="516636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92808" y="518464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84448" y="4023360"/>
            <a:ext cx="1581912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87498" y="4178808"/>
            <a:ext cx="99059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Aptos"/>
              </a:rPr>
              <a:t>Frontend Developer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7498" y="4480560"/>
            <a:ext cx="990599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Innovate Labs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7498" y="4764024"/>
            <a:ext cx="99059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Bangalore • ₹10 LPA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2109" y="5125212"/>
            <a:ext cx="816482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91153" y="5141214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93842" y="4023360"/>
            <a:ext cx="1581912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03570" y="4142232"/>
            <a:ext cx="99059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Backend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03570" y="4443984"/>
            <a:ext cx="990599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CloudWorks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3570" y="4727448"/>
            <a:ext cx="99059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Aptos"/>
              </a:rPr>
              <a:t>Hyderabad • ₹12 LPA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28360" y="5097780"/>
            <a:ext cx="86868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5872735" y="511606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48840" y="5833872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Dashboard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10. Key Features &amp;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What the prototype can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Dynamic User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19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The name entered during login is reflected across the interface.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Job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19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Search by job title, company and skills.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14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Smart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62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Filter jobs by location, salary and experience.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14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One-Click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62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Submit an application directly from the job card.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57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Application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05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View application status in a dedicated table.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703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703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57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Recruiter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05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Post, edit and delete jobs; shortlist or reject candidates.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Responsive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148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Layouts adapt to desktop, tablet and mobile widths.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484632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846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006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Local Persistence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1480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Basic user information is retained in browser LocalStorage.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11.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Functional checks performed on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TEST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60020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60020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Login /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121408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Valid and empty-field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121408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15184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Search &amp;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724912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Keyword, location, salary,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724912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18688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28416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Job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328416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Apply + duplicate application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328416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22191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Application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931920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Status table rendering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9319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25696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535424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Recruiter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535424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Post / edit / delete / shortlist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535424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029200"/>
            <a:ext cx="1046988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138928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Responsive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5138928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Desktop, tablet and mobile widths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5138928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Aptos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12.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From prototype to production-ready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Backend +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41091"/>
            <a:ext cx="4423006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Aptos"/>
              </a:rPr>
              <a:t>Move job, user and application data from </a:t>
            </a:r>
            <a:r>
              <a:rPr sz="1050" b="0" dirty="0" err="1">
                <a:solidFill>
                  <a:srgbClr val="64748B"/>
                </a:solidFill>
                <a:latin typeface="Aptos"/>
              </a:rPr>
              <a:t>LocalStorage</a:t>
            </a:r>
            <a:r>
              <a:rPr sz="1050" b="0" dirty="0">
                <a:solidFill>
                  <a:srgbClr val="64748B"/>
                </a:solidFill>
                <a:latin typeface="Aptos"/>
              </a:rPr>
              <a:t> to a secure server </a:t>
            </a:r>
            <a:endParaRPr lang="en-US" sz="105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1050" b="0" dirty="0">
                <a:solidFill>
                  <a:srgbClr val="64748B"/>
                </a:solidFill>
                <a:latin typeface="Aptos"/>
              </a:rPr>
              <a:t>and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69164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58191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Secure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20240"/>
            <a:ext cx="4069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Password hashing, sessions, role-based authorization and account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346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10896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99923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Resume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37560"/>
            <a:ext cx="4069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Store and parse PDF/DOCX resumes with secure file handling.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346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310896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1089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99923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337560"/>
            <a:ext cx="4069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Email or in-app alerts for applications, interviews and recruiter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519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452628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1655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AI Job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54880"/>
            <a:ext cx="4069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Recommend jobs using skills, experience and resume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519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452628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416552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754880"/>
            <a:ext cx="4069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Recruiter dashboards with application funnel and hiring metrics.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Summary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9144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784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HireHub demonstrates an end-to-end online job portal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• Provides a clean interface for candidates to discover and apply for jobs.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• Supports recruiter workflows for posting jobs and handling applicants.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• Uses reusable HTML/CSS components and JavaScript interactions.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• Demonstrates responsive design and client-side data persistence.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ptos"/>
              </a:defRPr>
            </a:pPr>
            <a:r>
              <a:t>• Provides a strong base for future backend, database and AI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5806440"/>
            <a:ext cx="2468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A78BFA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HIREHUB  •  PAPER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1684</Words>
  <Application>Microsoft Office PowerPoint</Application>
  <PresentationFormat>Widescreen</PresentationFormat>
  <Paragraphs>355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Thilagavathy Manavalan</cp:lastModifiedBy>
  <cp:revision>2</cp:revision>
  <dcterms:created xsi:type="dcterms:W3CDTF">2013-01-27T09:14:16Z</dcterms:created>
  <dcterms:modified xsi:type="dcterms:W3CDTF">2026-09-23T10:07:35Z</dcterms:modified>
  <cp:category/>
</cp:coreProperties>
</file>